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4" r:id="rId4"/>
    <p:sldId id="263" r:id="rId5"/>
    <p:sldId id="257" r:id="rId6"/>
    <p:sldId id="258" r:id="rId7"/>
    <p:sldId id="259" r:id="rId8"/>
    <p:sldId id="260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90" d="100"/>
          <a:sy n="90" d="100"/>
        </p:scale>
        <p:origin x="87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2B6F-66BA-B663-F8AB-D63098B4F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181E0-15F0-CDC9-142B-AD60A328E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A1A51-4F78-0251-6B2C-0FF9ECCCE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22567-1B93-9862-01DF-5071F756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BB5D6-6E4C-1D3C-162C-06DDACB1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74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EE26C-8310-0DC2-26D3-A95978019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5268-6A7A-42D3-45A8-B33576C28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2CD27-AC17-C670-4E2C-25EC78D6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6DC38-F98F-990A-31BB-C5D7EFF7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D4688-B0D0-ED44-030B-E8CD6FDE3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77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D433-866F-585C-C579-0B3878CD9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B24F3-0417-B84F-43C5-1C5002B5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CFCD6-B22C-8999-5E84-64263FD2C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A4525-4538-56B5-BF35-5EBB7C114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8848C-8F87-31B1-4232-CA9D30E7F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39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287D-7D10-8183-AAF0-273F1EAE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4184-2B50-CD2C-7665-411B2051EC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EDD2B-766A-EE26-A4C6-7B2BB7D3E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96C9A-B3A2-1747-9095-95103631E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75D67-55BD-09F5-78A0-DFE0322F4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C1D31C-F2A4-7B98-A363-ADCB7DFE2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69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32035-F844-767D-B3FE-C7FEBAF3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E70A7-DAB2-DB8F-1BEF-FCB798CF8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D7251E-3C2D-1118-5850-BD4757064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26286F-B006-FEF2-C604-5BDE261129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D2117E-058D-D19A-BA9E-F66D253354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134B26-B0C3-CCEB-FDF0-C327F02EF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F33ACD-E175-6181-BC08-8EC44CE4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F37A5C-D97D-0C6F-FDF7-D2F08D64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674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EF6D-2B1D-498F-C5B0-618BE99B1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247A46-7F78-81DD-28DE-E1C1199E1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A07739-1BA6-0FAE-9DD1-535A1853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A9B6BB-E929-5B1D-CA26-08B5516E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42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C61F9-B168-0E54-B177-852AE1A5F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CD6E0B-95AE-3317-2540-78C8D8D71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F289D6-8DE9-221A-A62C-5ADEBACA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134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BA99A-9823-9F6B-408B-6367BF06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1A16B-D35B-43AE-C967-384DF97D9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B76C-BC20-1D4F-2A59-B111D5742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B9C8C-4CE2-81AF-43CA-A1DF7E66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56484-54E7-C098-3CD4-E41CF42AA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B6EAB-6850-C6EA-025A-050B712A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29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0178C-662A-5B53-B9A5-56158A012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2BAC7A-0F1D-5B53-61F8-935DB7266B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6B26F9-1E9D-333E-507A-3DBA6FFF5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C3086-63C7-34BC-C683-237A001F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721023-BAF0-3C30-252B-78855B58D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52FBDE-6DA8-4CF7-B940-87266B02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017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306FC-F7DD-23FE-8A1C-D629E853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B52F0-C940-36A0-7D6A-D51E4216B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C83A3-168B-7A85-B456-CA12F8B36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F985B-80BC-09E3-2739-4741A6E8F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2BC92-C5C7-8863-D198-F699AD486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13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FE2577-178A-4023-24D7-B9D94D9B1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B7CFE-52EB-18E7-2D5F-E0AB0F26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2F09D-C2DA-1054-6647-8EF4B239D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84835-142C-E64E-F65F-BBBD6DD0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3A772-7C16-5298-30EF-6A7D3BB2C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02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97161-890A-C4BE-07D0-7DA6E15CE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13A9B-6EE3-A4F8-80F9-631F42EC3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3D065-B5F4-6104-A832-568D65F034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0B8F85-B657-4E04-BB7A-486DB20E3921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CCCF5-302E-5A8D-9E37-E9E1DBDB82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7B9AA-C3B0-0742-4C98-6AF2C7601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12F392-109E-48FA-9FE0-A5C45543FF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274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2AFEE-1C1D-3C8B-59A5-640D8FAA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370" y="893781"/>
            <a:ext cx="9193260" cy="4665581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72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8538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63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961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414CE3-4798-1565-2425-0E515E336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401" y="340982"/>
            <a:ext cx="6607851" cy="113985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D98DF3-A7A8-FE31-360F-087FC880D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352" y="2414818"/>
            <a:ext cx="10018589" cy="292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09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5F2C08-D934-74A9-DCE4-9268F50D5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670" y="116877"/>
            <a:ext cx="5542588" cy="1247081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B8786F-87F4-4023-938F-44BD0B62E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840" y="1667293"/>
            <a:ext cx="5996869" cy="455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6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A7F0F6-4B0E-80B4-0035-301BE64A4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540" y="194164"/>
            <a:ext cx="6318442" cy="1484832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7D9BDF-7FA2-369E-D49F-D700DF35F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539" y="1873160"/>
            <a:ext cx="5695097" cy="457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97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34F2D-0432-794D-7DBB-CEC5334AA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802" y="134858"/>
            <a:ext cx="5667278" cy="134597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1F3AA8-BF20-75C7-EC5F-00534A826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161" y="1567831"/>
            <a:ext cx="6189134" cy="4547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55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8DD297-B5B5-E97C-4048-3F79D02B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419A4DD-52CA-7AEC-FF30-AB3FCF92B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67A0B3-1AC4-2056-1CA1-374B9F149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C66F9C-2684-BDE6-5086-9275579EE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A131AE-230D-4007-3EAB-7DC18A0EE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5C9485-00DE-AAC8-60DF-F709E5B47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50BFB7B-3C9F-BF2F-9070-3395EFADD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F686D2E-62C0-955D-284D-2DC45E92D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962A1-7C2B-DBB7-FD35-FAC1D4723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161" y="136518"/>
            <a:ext cx="6451252" cy="10936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389700-F0B5-A37A-5EA8-296AA1DDF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259" y="1283262"/>
            <a:ext cx="5479486" cy="527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06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AASHI KANSAL</dc:creator>
  <cp:lastModifiedBy>AASHI KANSAL</cp:lastModifiedBy>
  <cp:revision>11</cp:revision>
  <dcterms:created xsi:type="dcterms:W3CDTF">2026-02-23T05:25:59Z</dcterms:created>
  <dcterms:modified xsi:type="dcterms:W3CDTF">2026-02-24T08:36:53Z</dcterms:modified>
</cp:coreProperties>
</file>